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Uniswap Trading Agent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Explained Presentation (Architecture, Setup, Flow, Usage, Safety)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6217920" cy="1005840"/>
          </a:xfrm>
          <a:prstGeom prst="roundRect">
            <a:avLst/>
          </a:prstGeom>
          <a:solidFill>
            <a:srgbClr val="141B34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41071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with Node.js + Uniswap Trade API + Local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dynamic local trading agent that integrates with Uniswap Trade API.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REST endpoints for Quote, Trade, and DCA strategy execution.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a browser dashboard so trading can be managed without manual cURL calls.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wallet signing to broadcast real on-chain transactions.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App runs in limited mode until both RPC_URL and WALLET_PRIVATE_KEY are configured.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Core Features Implemented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endpoint: fetches swap quotes using token pair, amount, chain, and slippage.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endpoint: executes approvals (if required) and then submits the swap transaction.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DCA strategy endpoint: runs repeated trades with configurable interval and run count.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amount support: amountHuman is auto-converted to raw units using token decimals.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Multi-chain presets: mainnet, base, and arbitrum.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All features are available from API and dashboard UI.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Tech Stack and Project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Backend: Node.js, Express, Axios, Ethers, Zod, Dotenv.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UI: static HTML/CSS/JS served from Express public directory.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Configuration: .env for API key, RPC URL, wallet key, and chain preset.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files: src/server.js, public/index.html, README.md, .env.example.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Simple structure keeps deployment and maintenance easy.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Request and Execution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submits input from dashboard (token in/out, amount, chain, slippage).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validates payload via Zod schemas.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calls Uniswap /quote endpoint with swap parameters.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trade: server calls /swap endpoint, executes approval tx(s), then executes swap tx.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waits for confirmations and returns transaction hash + receipt.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This ensures execution data is visible immediately in API response.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5) Dashboard Walkthrough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page at http://localhost:3000 with input controls and action buttons.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Buttons include Check Health, Get Quote, Execute Trade, and Run DCA Strategy.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panel displays complete JSON output (success/error details).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fast local testing before production automation.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Dashboard currently calls local backend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6) Environment 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UNISWAP_API_KEY: required for Trade API authentication.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UNISWAP_API_BASE_URL: defaults to official Uniswap trade gateway.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RPC_URL: Ethereum-compatible JSON-RPC endpoint for reads and writes.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WALLET_PRIVATE_KEY: signer wallet for approvals/swaps (keep private).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CHAIN_PRESET: default chain (mainnet/base/arbitrum).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Never commit real secrets to GitHub.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7) Safety, Security, and Risk Controls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funds are used when wallet key is configured.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very small trade amounts in early testing.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dedicated wallet for bot operations; avoid primary holdings wallet.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slippage and gas costs to reduce execution risk.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spending limits, allowlists, and logging before production.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Trading automation should always include guardrails.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8) Current Status (Local + GitHub)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runs locally and dashboard endpoint is live.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endpoint confirms app status and mode.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has been pushed to GitHub main branch.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mode remains active until WALLET_PRIVATE_KEY is set.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Once wallet key is added, Trade and DCA become fully live.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9) Demo Commands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server: npm start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dashboard: http://localhost:3000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check: GET /health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call: POST /quote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execution: POST /trade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DCA strategy: POST /strategy/dca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Use dashboard first, then automate with scripts.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10) Next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64240" cy="4892040"/>
          </a:xfrm>
          <a:prstGeom prst="roundRect">
            <a:avLst/>
          </a:prstGeom>
          <a:solidFill>
            <a:srgbClr val="141B34">
              <a:alpha val="95000"/>
            </a:srgbClr>
          </a:solidFill>
          <a:ln w="12700">
            <a:solidFill>
              <a:srgbClr val="223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persistent trade history in SQLite/PostgreSQL.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PnL tracking and position analytics panel.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stop-loss / take-profit strategy engine.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webhook/Telegram alerts for executed swaps.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CI checks and production deployment pipeline.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1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These are the most impactful upgrades for reliability and scale.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Uniswap Trading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Uniswap Trading Agent - Complete Explained PPT</dc:title>
  <dc:subject>Dynamic Uniswap Trading Agent</dc:subject>
  <dc:creator>Yash</dc:creator>
  <cp:lastModifiedBy>Yash</cp:lastModifiedBy>
  <cp:revision>1</cp:revision>
  <dcterms:created xsi:type="dcterms:W3CDTF">2026-05-03T13:48:38Z</dcterms:created>
  <dcterms:modified xsi:type="dcterms:W3CDTF">2026-05-03T13:48:38Z</dcterms:modified>
</cp:coreProperties>
</file>